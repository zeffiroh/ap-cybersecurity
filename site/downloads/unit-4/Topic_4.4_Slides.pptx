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4.4: Detecting Attacks on Devices. What a device records about itself, why that record has to leave the machine before an attacker can reach it, how to choose detective controls that match the attack rather than the convenient event, how to judge a detection method by what analysts can actually act on, and how to read a credential attack out of real authentication logs.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4.4. Open with this analogy before the mechanics: "Endpoint monitoring is a doctor tracking vital signs over time. Any single reading might look normal on its own, but watched together, the pattern reveals an infection before the patient ever notices a symptom."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Topics 4.1–4.3 examined how endpoints are attacked, authenticated, and hardened. This final chapter of Unit 4 addresses what happens after every prior control has already failed and an attacker has gained a foothold: endpoint threat auditing , the practice of systematically recording, protecting, and analyzing security-relevant events generated by an endpoint's OS, applications, and security tooling.</a:t>
            </a:r>
          </a:p>
          <a:p/>
          <a:p>
            <a:r>
              <a:t>This is the device-level equivalent of the physical intrusion detection concepts from Topic 2.4, assuming prevention will eventually fail and asking how quickly and completely the failure can be reconstructed.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modern OS maintains an internal audit log of security-relevant activity. This log is the endpoint's own memory of what has happened to it, and for an investigator arriving after an attack has concluded, it is frequently the only surviving evidence of what the attacker actually did, since the live session, network connection, and in-memory artifacts are typically gone by the time an incident is discovered.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logs are often the only durable evidence of an intrusion, a rational attacker has a strong incentive to tamper with or delete them as one of the final steps of an attack, classified under MITRE ATT&amp;CK technique category Indicator Removal (T1070), with sub-techniques T1070.001 (Clear Windows Event Logs) and T1070.002 (Clear Linux or Mac System Logs).</a:t>
            </a:r>
          </a:p>
          <a:p/>
          <a:p>
            <a:r>
              <a:t>An attacker with local administrative privileges on Windows can clear the Security event log entirely using built-in tools; an attacker with root on Linux can truncate or delete local syslog files, in both cases erasing the evidence of how they got in, what they did, and where they went next.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crucial insight this chapter builds toward: the act of clearing or deleting a security log is, itself, a loggable and highly suspicious security event. A legitimate administrator essentially never has a routine business reason to clear the entire Security event log on a production endpoint. When a SOC sees an event indicating the log was cleared, that event itself should be treated as a near-certain indicator of compromise, not dismissed as routine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foundational architectural principle of endpoint threat auditing follows directly from the attacker's incentive: if logs are only ever stored locally, an attacker who compromises the endpoint can simply delete the evidence. The defense is to continuously forward every log event, in as close to real time as possible, to a centralized, secure log server , a Syslog collector or full SIEM platform, physically and logically separated from any single endpoint an attacker might compromise.</a:t>
            </a:r>
          </a:p>
          <a:p/>
          <a:p>
            <a:r>
              <a:t>If the log has already left the endpoint by the time an attacker attempts to clear it, deleting the local copy accomplishes nothing; the centrally forwarded copy is untouched. This is the single most important architectural decision in endpoint threat auditing, and the device-level parallel to the 'assume prevention will eventually fail' philosophy from Topic 2.4.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recap: why logs exist, why attackers want to destroy them, and the single architectural principle (centralization) that defeats local deletion.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Windows records security events using numeric Event IDs that allow analysts and tooling to filter and correlate on precise event categories. Event ID 4625 ('An account failed to log on') records every failed authentication attempt, a burst against a single account in a short window is a classic brute-force indicator. Event ID 4624 records a successful logon and, correlated against a preceding burst of 4625 failures, can indicate a successful brute-force compromise. Event ID 1102 specifically records that the Security event log itself was cleared, directly implementing the detection principle from Section 1, since this event is generated by the very act of an attacker attempting to erase their tracks.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correlated detection rule flags any account accumulating a high volume of Event ID 4625 failures in a short window, followed by an eventual Event ID 4624 success for that same account, as a high-confidence indicator of a successful brute-force compromise rather than routine mistyped-password activity.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Linux systems achieve equivalent auditing through two complementary subsystems: auditd , which provides granular kernel-level event auditing, and syslog , the standardized protocol (RFC 5424) used to forward events to a remote collector. A local attacker with root privileges can disable auditd, delete /var/log/auth.log , or clear the systemd journal, the same local file log deletion threat vector this chapter centers on, which is exactly why production Linux fleets forward syslog output to a remote server continuously rather than relying on local retention alone.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Centralizing logs off-host defends against local deletion, but a sufficiently privileged attacker who also compromises the central log server itself could still tamper with historical records. Advanced log architectures defend against this second-order risk using write-once storage (WORM) , a storage medium that permits data to be written once but never subsequently modified or deleted, even by an administrator with otherwise full privileges over the storage system.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Cryptographic log chaining is a tamper-evidence technique in which each new log entry incorporates a cryptographic hash of the prior entry, meaning any retroactive alteration of a historical record breaks the hash chain for every subsequent entry and becomes immediately, mathematically detectable during an integrity verification pass.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Forwarding logs off-host defeats an attacker who only compromises a single endpoint. It does not, by itself, defeat an attacker who additionally gains administrative access to the central log server. Tamper-evident techniques (WORM storage, hash chaining) exist specifically to close this second-order gap, and a complete answer describing endpoint audit defense should mention both layers rather than treating 'we send logs to a central server' as a complete solution.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recap: the specific event IDs, forwarding mechanics, and tamper-evidence techniques that implement the Section 1 architectural principle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Publicly documented incident-response case studies across numerous ransomware and targeted-intrusion investigations consistently report the same late-stage attacker behavior: after achieving their primary objective, attackers frequently attempt to clear Windows Security event logs, delete PowerShell command history, and remove or truncate relevant syslog files, precisely the T1070 'Indicator Removal' technique. Responders investigating these cases repeatedly found that organizations with centralized log forwarding in place BEFORE the intrusion could fully reconstruct the attacker's timeline from the forwarded copies despite local log deletion, while organizations relying solely on local retention lost significant forensic visibility.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Just as Topic 2.4 argued that physical detection assumes prevention will eventually fail and exists to minimize dwell time, endpoint threat auditing assumes an intrusion will eventually succeed and exists to preserve the evidence needed to understand and remediate it after the fact. Neither replaces prevention (Topics 4.1–4.3); both are the necessary complement to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Enterprise SOC case studies documenting credential-stuffing and brute-force campaigns against exposed remote-access services (RDP, VPN gateways) consistently describe the same detection pattern implemented in production SIEM platforms: a correlation rule flagging any account with a high volume of 4625 failures followed by an eventual 4624 success as a high-confidence compromise indicator. Organizations that implemented this specific correlation rule (rather than alerting on 4625 alone) reported meaningfully faster detection of successful brute-force compromises.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recap: real-world incident response confirms both halves of this chapter's thesis, attackers reliably try to erase logs, and centralized, correlated auditing reliably catches them anyway.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Endpoints should be configured to log the full baseline of security-relevant events recommended by a recognized hardening standard (such as a DISA STIG or CIS Benchmark audit policy configuration) rather than relying on default, often minimal, out-of-the-box logging settings, directly closing detection gaps that would otherwise exist simply because a relevant event type was never being recorded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monitored endpoint should forward its security event stream continuously to a centralized log server or SIEM with minimal latency, directly implementing the 'forward first, delete second' defense against local log tampering. Forwarding latency should itself be monitored as a security metric, a sudden gap in received events from a given endpoint is itself a suspicious indicator worth investigating.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log server should itself be hardened using write-once storage configurations and/or cryptographic log chaining, closing the second-order risk that a sufficiently privileged attacker who reaches the central collector could retroactively alter historical records without detection.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 detection logic should prioritize correlation rules, multiple related signals within a defined time window, over alerting on any single log line in isolation, directly reducing both false-negative risk (a single suspicious-but-ambiguous event being dismissed) and alert fatigue (the same phenomenon documented for physical sensors in Topic 2.4) from high-volume, low-fidelity individual events.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asked to design a complete endpoint security scheme spanning this entire unit, a strong answer sequences all four topics: harden the endpoint against the vulnerabilities in Topic 4.1, authenticate users strongly per Topic 4.2, apply the hardening controls of Topic 4.3, and finally ensure that if all three still fail, centralized, tamper-evident auditing (this chapter) preserves the evidence needed to detect the compromise and reconstruct what happened.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recap: the four pillars of a mature endpoint threat-auditing program, and how they compose into Unit 4's full defense-in-depth narrative.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scenario: a SIEM shows 15 Event ID 4625 records for account svc-backup within 5 minutes, followed by a single Event ID 4624 two minutes later for the same account. Apply the correlation logic from Section 2 to determine what this pattern most likely indicates.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representative auditd rule concept: watch for any write access to /etc/passwd , since unauthorized modification of this file is a strong indicator of local privilege escalation or persistence-establishment activity by an attacker who has gained root or sudo access.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Synthesizing the full chapter into a single narrative: an attacker compromises an endpoint after defeating the controls of Topics 4.1–4.3. As they act, escalating privileges, moving laterally, accessing data, each step generates log events (Section 2's Event IDs, auditd records) that are immediately forwarded to a centralized SIEM. Near the end of the intrusion, the attacker attempts Indicator Removal (T1070), clearing local logs, itself generating a detectable event (1102). Because the logs were already forwarded, the local deletion doesn't erase the evidence; correlation rules flag both the original compromise AND the cleanup attempt. Tamper-evident storage at the collector ensures that even a privileged attacker reaching the log server can't retroactively alter the record.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moving on, confirm you can answer each checklist item without notes. This chapter is unusually fact-dense (specific Event IDs, specific ATT&amp;CK technique numbers), the AP exam rewards naming these precisely rather than describing them vaguely.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UNIT 4: SECURING DEVICES</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4.4: Endpoint Threat Auditing</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What a device records about itself, why that record has to leave the machine before an attacker can reach it, how to choose detective controls that match the attack rather than the convenient event, how to judge a detection method by what analysts can actually act on, and how to read a credential attack out of real authentication logs.</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4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186924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4.4.A</a:t>
            </a:r>
          </a:p>
        </p:txBody>
      </p:sp>
      <p:sp>
        <p:nvSpPr>
          <p:cNvPr id="6" name="Rectangle 5"/>
          <p:cNvSpPr/>
          <p:nvPr/>
        </p:nvSpPr>
        <p:spPr>
          <a:xfrm>
            <a:off x="1874520" y="160020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Detect Attacks</a:t>
            </a:r>
          </a:p>
          <a:p>
            <a:pPr algn="l"/>
            <a:r>
              <a:rPr sz="1300" b="0" i="0">
                <a:solidFill>
                  <a:srgbClr val="3F3F3F"/>
                </a:solidFill>
                <a:latin typeface="Calibri"/>
              </a:rPr>
              <a:t>Explain how attacks against devices are detected: what the operating system and its security tooling record, why that record must be forwarded off the host, and what makes a sequence of events evidence when no single event is.</a:t>
            </a:r>
          </a:p>
        </p:txBody>
      </p:sp>
      <p:sp>
        <p:nvSpPr>
          <p:cNvPr id="7" name="Rounded Rectangle 6"/>
          <p:cNvSpPr/>
          <p:nvPr/>
        </p:nvSpPr>
        <p:spPr>
          <a:xfrm>
            <a:off x="457200" y="285035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11939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4.4.B</a:t>
            </a:r>
          </a:p>
        </p:txBody>
      </p:sp>
      <p:sp>
        <p:nvSpPr>
          <p:cNvPr id="9" name="Rectangle 8"/>
          <p:cNvSpPr/>
          <p:nvPr/>
        </p:nvSpPr>
        <p:spPr>
          <a:xfrm>
            <a:off x="1874520" y="285035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Detect Attacks</a:t>
            </a:r>
          </a:p>
          <a:p>
            <a:pPr algn="l"/>
            <a:r>
              <a:rPr sz="1300" b="0" i="0">
                <a:solidFill>
                  <a:srgbClr val="3F3F3F"/>
                </a:solidFill>
                <a:latin typeface="Calibri"/>
              </a:rPr>
              <a:t>Determine which controls will detect a given attack against a device — audit policy and the events it enables, off-host forwarding, correlation logic, tamper-evident retention — and state which attacks each would and would not catch.</a:t>
            </a:r>
          </a:p>
        </p:txBody>
      </p:sp>
      <p:sp>
        <p:nvSpPr>
          <p:cNvPr id="10" name="Rounded Rectangle 9"/>
          <p:cNvSpPr/>
          <p:nvPr/>
        </p:nvSpPr>
        <p:spPr>
          <a:xfrm>
            <a:off x="457200" y="410050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1" name="Rounded Rectangle 10"/>
          <p:cNvSpPr/>
          <p:nvPr/>
        </p:nvSpPr>
        <p:spPr>
          <a:xfrm>
            <a:off x="640080" y="436954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4.4.C</a:t>
            </a:r>
          </a:p>
        </p:txBody>
      </p:sp>
      <p:sp>
        <p:nvSpPr>
          <p:cNvPr id="12" name="Rectangle 11"/>
          <p:cNvSpPr/>
          <p:nvPr/>
        </p:nvSpPr>
        <p:spPr>
          <a:xfrm>
            <a:off x="1874520" y="410050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Detect Attacks</a:t>
            </a:r>
          </a:p>
          <a:p>
            <a:pPr algn="l"/>
            <a:r>
              <a:rPr sz="1300" b="0" i="0">
                <a:solidFill>
                  <a:srgbClr val="3F3F3F"/>
                </a:solidFill>
                <a:latin typeface="Calibri"/>
              </a:rPr>
              <a:t>Evaluate the impact of a detection method: the coverage it gives, the alert volume it creates, whether the people receiving its output can act on it, and what it will still miss — recognising that an untriageable rule lowers detection capability.</a:t>
            </a:r>
          </a:p>
        </p:txBody>
      </p:sp>
      <p:sp>
        <p:nvSpPr>
          <p:cNvPr id="13" name="Rounded Rectangle 12"/>
          <p:cNvSpPr/>
          <p:nvPr/>
        </p:nvSpPr>
        <p:spPr>
          <a:xfrm>
            <a:off x="457200" y="535065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ounded Rectangle 13"/>
          <p:cNvSpPr/>
          <p:nvPr/>
        </p:nvSpPr>
        <p:spPr>
          <a:xfrm>
            <a:off x="640080" y="561969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4.4.D</a:t>
            </a:r>
          </a:p>
        </p:txBody>
      </p:sp>
      <p:sp>
        <p:nvSpPr>
          <p:cNvPr id="15" name="Rectangle 14"/>
          <p:cNvSpPr/>
          <p:nvPr/>
        </p:nvSpPr>
        <p:spPr>
          <a:xfrm>
            <a:off x="1874520" y="535065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Detect Attacks</a:t>
            </a:r>
          </a:p>
          <a:p>
            <a:pPr algn="l"/>
            <a:r>
              <a:rPr sz="1300" b="0" i="0">
                <a:solidFill>
                  <a:srgbClr val="3F3F3F"/>
                </a:solidFill>
                <a:latin typeface="Calibri"/>
              </a:rPr>
              <a:t>Apply detection techniques to authentication log files to identify indicators of password attacks, separating exhaustive guessing against one account from low-and-slow guessing across many, and stating which distinctions the log can and cannot support.</a:t>
            </a:r>
          </a:p>
        </p:txBody>
      </p:sp>
      <p:sp>
        <p:nvSpPr>
          <p:cNvPr id="16" name="Rectangle 15"/>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Secure Event Logging Pipeline Flow</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720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01</a:t>
            </a:r>
          </a:p>
        </p:txBody>
      </p:sp>
      <p:sp>
        <p:nvSpPr>
          <p:cNvPr id="8" name="TextBox 7"/>
          <p:cNvSpPr txBox="1"/>
          <p:nvPr/>
        </p:nvSpPr>
        <p:spPr>
          <a:xfrm>
            <a:off x="54720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HOST LOGGING</a:t>
            </a:r>
          </a:p>
        </p:txBody>
      </p:sp>
      <p:sp>
        <p:nvSpPr>
          <p:cNvPr id="9" name="TextBox 8"/>
          <p:cNvSpPr txBox="1"/>
          <p:nvPr/>
        </p:nvSpPr>
        <p:spPr>
          <a:xfrm>
            <a:off x="55720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App logic writes events locally using OS logs or system logging agents.</a:t>
            </a:r>
          </a:p>
        </p:txBody>
      </p:sp>
      <p:cxnSp>
        <p:nvCxnSpPr>
          <p:cNvPr id="10" name="Connector 9"/>
          <p:cNvCxnSpPr/>
          <p:nvPr/>
        </p:nvCxnSpPr>
        <p:spPr>
          <a:xfrm>
            <a:off x="317235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323835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1535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535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02</a:t>
            </a:r>
          </a:p>
        </p:txBody>
      </p:sp>
      <p:sp>
        <p:nvSpPr>
          <p:cNvPr id="14" name="TextBox 13"/>
          <p:cNvSpPr txBox="1"/>
          <p:nvPr/>
        </p:nvSpPr>
        <p:spPr>
          <a:xfrm>
            <a:off x="340535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CRYPTOGRAPHIC TLS</a:t>
            </a:r>
          </a:p>
        </p:txBody>
      </p:sp>
      <p:sp>
        <p:nvSpPr>
          <p:cNvPr id="15" name="TextBox 14"/>
          <p:cNvSpPr txBox="1"/>
          <p:nvPr/>
        </p:nvSpPr>
        <p:spPr>
          <a:xfrm>
            <a:off x="341535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Logs are transferred to collector servers using secure, encrypted TLS connections.</a:t>
            </a:r>
          </a:p>
        </p:txBody>
      </p:sp>
      <p:cxnSp>
        <p:nvCxnSpPr>
          <p:cNvPr id="16" name="Connector 15"/>
          <p:cNvCxnSpPr/>
          <p:nvPr/>
        </p:nvCxnSpPr>
        <p:spPr>
          <a:xfrm>
            <a:off x="603050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609650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350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50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03</a:t>
            </a:r>
          </a:p>
        </p:txBody>
      </p:sp>
      <p:sp>
        <p:nvSpPr>
          <p:cNvPr id="20" name="TextBox 19"/>
          <p:cNvSpPr txBox="1"/>
          <p:nvPr/>
        </p:nvSpPr>
        <p:spPr>
          <a:xfrm>
            <a:off x="626350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CENTRAL STORAGE</a:t>
            </a:r>
          </a:p>
        </p:txBody>
      </p:sp>
      <p:sp>
        <p:nvSpPr>
          <p:cNvPr id="21" name="TextBox 20"/>
          <p:cNvSpPr txBox="1"/>
          <p:nvPr/>
        </p:nvSpPr>
        <p:spPr>
          <a:xfrm>
            <a:off x="627350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Centralized SIEM indexes events and saves archives into WORM storage systems.</a:t>
            </a:r>
          </a:p>
        </p:txBody>
      </p:sp>
      <p:cxnSp>
        <p:nvCxnSpPr>
          <p:cNvPr id="22" name="Connector 21"/>
          <p:cNvCxnSpPr/>
          <p:nvPr/>
        </p:nvCxnSpPr>
        <p:spPr>
          <a:xfrm>
            <a:off x="888865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895465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3165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2165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04</a:t>
            </a:r>
          </a:p>
        </p:txBody>
      </p:sp>
      <p:sp>
        <p:nvSpPr>
          <p:cNvPr id="26" name="TextBox 25"/>
          <p:cNvSpPr txBox="1"/>
          <p:nvPr/>
        </p:nvSpPr>
        <p:spPr>
          <a:xfrm>
            <a:off x="912165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SOC ANALYST PANEL</a:t>
            </a:r>
          </a:p>
        </p:txBody>
      </p:sp>
      <p:sp>
        <p:nvSpPr>
          <p:cNvPr id="27" name="TextBox 26"/>
          <p:cNvSpPr txBox="1"/>
          <p:nvPr/>
        </p:nvSpPr>
        <p:spPr>
          <a:xfrm>
            <a:off x="913165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Security operations teams run alerts and query databases via dashboard portals.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Endpoint monitoring is a doctor tracking vital signs over time. Any single reading might look normal on its own, but watched together, the pattern reveals an infection before the patient ever notices a symptom.</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Endpoint Threat Auditing: After Prevention Fails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Endpoint Threat Auditing: After Prevention Fails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Topics 4.1-4.3 covered attack, authentication, hardening; this chapter assumes all three failed</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Endpoint threat auditing: recording, protecting, and analyzing evidence an endpoint generates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Device-level equivalent of physical intrusion detection (Topic 2.4)</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Governed by NIST SP 800-53 control family AU (Audit and Accountability), esp. AU-2 and AU-9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Why Logs Exist: The Endpoint's Memory of Itself</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Audit log: structured, chronological record of security-relevant events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Logons, privilege escalations, file access, process creation, config changes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Windows: Security event log (Event Viewer); Linux: auditd + syslog</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Often the ONLY surviving evidence once the attacker's live session has ended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4.4.1.a.3</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Attacker's Incentive to Erase the Record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Logs are often the only durable evidence -&gt; attacker has strong incentive to tamper/delete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MITRE ATT&amp;CK category: 'Indicator Removal' (T1070)</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T1070.001: Clear Windows Event Logs; T1070.002: Clear Linux or Mac System Logs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Local admin on Windows can clear Security log entirely; root on Linux can truncate/delete syslog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4.4.1.a.4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Log Tampering Is Itself a Detectable Event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Clearing a security log is itself a loggable, highly suspicious event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Legitimate admins essentially never have routine business reason to clear the whole log</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'log cleared' event should be treated as near-certain indicator of compromise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This insight underlies Windows Event ID 1102 (covered in Section II)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4.4.1.a.5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Core Defense: Get the Logs Off the Endpoint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Foundational principle: forward every log event, in near-real-time, to a centralized log server</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Centralized, secure log server: Syslog collector or full SIEM, physically/logically separate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If log already left the endpoint, deleting the local copy accomplishes nothing</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'Forward first, delete second' race -- forwarding latency is a security metric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4.4.1.a.6</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1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Endpoint threat auditing</a:t>
            </a:r>
            <a:r>
              <a:rPr sz="1300" b="0" i="0">
                <a:solidFill>
                  <a:srgbClr val="3F3F3F"/>
                </a:solidFill>
                <a:latin typeface="Calibri"/>
              </a:rPr>
              <a:t>, recording, protecting, analyzing endpoint security events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Audit log</a:t>
            </a:r>
            <a:r>
              <a:rPr sz="1300" b="0" i="0">
                <a:solidFill>
                  <a:srgbClr val="3F3F3F"/>
                </a:solidFill>
                <a:latin typeface="Calibri"/>
              </a:rPr>
              <a:t>, chronological record of security-relevant OS/app events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Indicator Removal (T1070)</a:t>
            </a:r>
            <a:r>
              <a:rPr sz="1300" b="0" i="0">
                <a:solidFill>
                  <a:srgbClr val="3F3F3F"/>
                </a:solidFill>
                <a:latin typeface="Calibri"/>
              </a:rPr>
              <a:t>, MITRE ATT&amp;CK category for log tampering/deletion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Centralized log server / SIEM</a:t>
            </a:r>
            <a:r>
              <a:rPr sz="1300" b="0" i="0">
                <a:solidFill>
                  <a:srgbClr val="3F3F3F"/>
                </a:solidFill>
                <a:latin typeface="Calibri"/>
              </a:rPr>
              <a:t>, off-host collector defeating local log deletion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Forward first, delete second</a:t>
            </a:r>
            <a:r>
              <a:rPr sz="1300" b="0" i="0">
                <a:solidFill>
                  <a:srgbClr val="3F3F3F"/>
                </a:solidFill>
                <a:latin typeface="Calibri"/>
              </a:rPr>
              <a:t>, the core architectural race defining this chapter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Key Windows Security Event IDs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Key Windows Security Event IDs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Event ID 4625: failed logon attempt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Event ID 4624: successful logon</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Event ID 1102: the Security event log itself was cleared</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Event IDs are stable across Windows versions -- reliable basis for detection rules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4.4.2.a.2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Correlated Brute-Force Detection: SIEM Rule Logic</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Single-event alerting on 4625 alone generates excessive false positives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Correlation: 10+ 4625 failures within 5 min, SAME account/source IP</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Followed by a 4624 success within 2 min AFTER the failure burst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High-confidence indicator of successful brute-force / credential-stuffing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Linux Auditing: auditd and Syslog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auditd: kernel-level auditing subsystem, granular, rule-based</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syslog (RFC 5424): standardized protocol for local + remote log forwarding</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Root attacker can disable auditd, delete /var/log/auth.log, clear journal</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Production fleets forward syslog output to a remote server continuously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4.4.2.a.4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Tamper-Evident Logging: WORM Storage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Centralizing logs defends against local endpoint compromise only</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privileged attacker who compromises the central log server can still tamper</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Write-Once, Read-Many (WORM) storage: data can be written once, never modified/deleted</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Enforced at hardware/filesystem level, even against a full admin account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4.4.2.a.5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Tamper-Evident Logging: Cryptographic Chaining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Cryptographic log chaining: each entry includes hash of the previous entry</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Conceptually identical to blockchain block-linking, applied for tamper-evidence not consensus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Altering any historical entry breaks the hash chain for every subsequent entry</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Tampering becomes mathematically detectable during an integrity verification pass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4.4.2.a.6</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Centralization Alone Is Not Sufficient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Forwarding logs off-host defeats an attacker who compromises only a single endpoint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It does NOT by itself defeat an attacker who also gains admin access to the log server</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Tamper-evident techniques (WORM, hash chaining) close this second-order gap</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complete answer must mention both layers, not just 'send logs to a central server'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4.4.2.a.7</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2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Event ID 4625/4624/1102</a:t>
            </a:r>
            <a:r>
              <a:rPr sz="1300" b="0" i="0">
                <a:solidFill>
                  <a:srgbClr val="3F3F3F"/>
                </a:solidFill>
                <a:latin typeface="Calibri"/>
              </a:rPr>
              <a:t>, failed logon / successful logon / audit log cleared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Correlation rule</a:t>
            </a:r>
            <a:r>
              <a:rPr sz="1300" b="0" i="0">
                <a:solidFill>
                  <a:srgbClr val="3F3F3F"/>
                </a:solidFill>
                <a:latin typeface="Calibri"/>
              </a:rPr>
              <a:t>, multi-signal detection beating single-event alerting</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auditd / syslog</a:t>
            </a:r>
            <a:r>
              <a:rPr sz="1300" b="0" i="0">
                <a:solidFill>
                  <a:srgbClr val="3F3F3F"/>
                </a:solidFill>
                <a:latin typeface="Calibri"/>
              </a:rPr>
              <a:t>, Linux kernel auditing subsystem / forwarding protocol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WORM storage</a:t>
            </a:r>
            <a:r>
              <a:rPr sz="1300" b="0" i="0">
                <a:solidFill>
                  <a:srgbClr val="3F3F3F"/>
                </a:solidFill>
                <a:latin typeface="Calibri"/>
              </a:rPr>
              <a:t>, write-once, never modifiable, even by admins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Cryptographic log chaining</a:t>
            </a:r>
            <a:r>
              <a:rPr sz="1300" b="0" i="0">
                <a:solidFill>
                  <a:srgbClr val="3F3F3F"/>
                </a:solidFill>
                <a:latin typeface="Calibri"/>
              </a:rPr>
              <a:t>, hash-linked entries making tampering detectable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Post-Intrusion Log Clearing as Standard Playbook</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Post-Intrusion Log Clearing as Standard Playbook</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Ransomware and targeted-intrusion IR case studies show consistent late-stage behavior</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After achieving objective, attackers clear Windows logs, delete PowerShell history, truncate syslog</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This is exactly the T1070 'Indicator Removal' technique from Section 1</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Orgs with pre-existing centralized log forwarding fully reconstructed attacker timelines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4.4.3.a.2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Connection: The Device-Level Parallel to Topic 2.4</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Topic 2.4 argued physical detection assumes prevention eventually fails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Physical detection exists to minimize dwell time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Endpoint threat auditing assumes an intrusion will eventually succeed</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It exists to preserve evidence needed to understand and remediate after the fact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4.4.3.a.3</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Correlated 4625/4624 Brute-Force Detection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Enterprise SOC case studies on credential-stuffing against RDP/VPN gateways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Correlation rule: high-volume 4625 failures, then a 4624 success -- high confidence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Orgs using this correlated rule detected successful brute-force compromises faster</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Alerting on 4625 alone generates excessive false-positive volume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4.4.3.a.4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3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Indicator Removal (T1070)</a:t>
            </a:r>
            <a:r>
              <a:rPr sz="1300" b="0" i="0">
                <a:solidFill>
                  <a:srgbClr val="3F3F3F"/>
                </a:solidFill>
                <a:latin typeface="Calibri"/>
              </a:rPr>
              <a:t>, the attacker playbook seen consistently in IR case studies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Dwell time / detection window</a:t>
            </a:r>
            <a:r>
              <a:rPr sz="1300" b="0" i="0">
                <a:solidFill>
                  <a:srgbClr val="3F3F3F"/>
                </a:solidFill>
                <a:latin typeface="Calibri"/>
              </a:rPr>
              <a:t>, shrunk by pre-existing centralized forwarding</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Correlated detection</a:t>
            </a:r>
            <a:r>
              <a:rPr sz="1300" b="0" i="0">
                <a:solidFill>
                  <a:srgbClr val="3F3F3F"/>
                </a:solidFill>
                <a:latin typeface="Calibri"/>
              </a:rPr>
              <a:t>, multi-signal SIEM rules outperforming single-event alerts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Chain of custody</a:t>
            </a:r>
            <a:r>
              <a:rPr sz="1300" b="0" i="0">
                <a:solidFill>
                  <a:srgbClr val="3F3F3F"/>
                </a:solidFill>
                <a:latin typeface="Calibri"/>
              </a:rPr>
              <a:t>, preserved by forwarded, tamper-evident copies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Pillar 1: Comprehensive, Baseline-Aligned Event Logging</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Pillar 1: Comprehensive, Baseline-Aligned Event Logging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Log the full baseline recommended by a recognized hardening standard</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DISA STIG or CIS Benchmark audit policy configuration</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Avoid relying on default, often minimal, out-of-the-box logging settings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Closes detection gaps caused by event types never being recorded at all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4.4.4.a.2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Pillar 2: Immediate Centralized Forwarding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Every monitored endpoint forwards its security event stream continuously</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Minimal latency directly implements 'forward first, delete second'</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Forwarding latency itself should be monitored as a security metric</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sudden gap in received events from an endpoint is itself suspicious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4.4.4.a.3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Pillar 3: Tamper-Evident Storage at the Collector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The central log server should itself be hardened</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Write-once storage configurations and/or cryptographic log chaining</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Closes the second-order risk of a privileged attacker reaching the collector</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Prevents retroactive alteration of historical records without detection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4.4.4.a.4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Pillar 4: Correlated Detection Over Single-Event Alerting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SOC detection logic should prioritize correlation rules over single log-line alerts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Multiple related signals within a defined time window</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Reduces false-negative risk (ambiguous single events dismissed)</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Reduces alert fatigue from high-volume, low-fidelity individual events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4.4.4.a.5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 Focus: Auditing Completes Unit 4's Defense-in-Depth Model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Harden the endpoint against vulnerabilities in Topic 4.1</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Authenticate users strongly per Topic 4.2</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Apply the hardening controls of Topic 4.3</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Ensure centralized, tamper-evident auditing preserves evidence if all three fail (this chapter)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4.4.4.a.6</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4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Baseline-aligned logging</a:t>
            </a:r>
            <a:r>
              <a:rPr sz="1300" b="0" i="0">
                <a:solidFill>
                  <a:srgbClr val="3F3F3F"/>
                </a:solidFill>
                <a:latin typeface="Calibri"/>
              </a:rPr>
              <a:t>, full event coverage per DISA STIG / CIS Benchmark</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Forwarding latency</a:t>
            </a:r>
            <a:r>
              <a:rPr sz="1300" b="0" i="0">
                <a:solidFill>
                  <a:srgbClr val="3F3F3F"/>
                </a:solidFill>
                <a:latin typeface="Calibri"/>
              </a:rPr>
              <a:t>, a monitored security metric, not just an operational one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Hardened collector</a:t>
            </a:r>
            <a:r>
              <a:rPr sz="1300" b="0" i="0">
                <a:solidFill>
                  <a:srgbClr val="3F3F3F"/>
                </a:solidFill>
                <a:latin typeface="Calibri"/>
              </a:rPr>
              <a:t>, WORM + hash chaining applied to the central log server</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Correlated detection</a:t>
            </a:r>
            <a:r>
              <a:rPr sz="1300" b="0" i="0">
                <a:solidFill>
                  <a:srgbClr val="3F3F3F"/>
                </a:solidFill>
                <a:latin typeface="Calibri"/>
              </a:rPr>
              <a:t>, the SOC-side application of layered sensing (Topic 2.4)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Practice: Interpreting a 4625/4624 Log Excerpt</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4.4.5.a.1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Interpreting a 4625/4624 Log Excerpt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Given a log excerpt, identify which events indicate a brute-force attempt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Count 4625 events per account within a time window</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Check for a following 4624 for the same account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Determine whether this meets the correlation rule threshold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4.4.5.a.2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Writing an auditd Rule Concept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auditd rules target specific kernel-level events (file access, syscalls, privilege changes)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rule to watch for modification of /etc/passwd is a classic baseline example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Compare to Windows: equivalent to watching a specific registry key or file ACL change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Rule verbosity vs. log volume is a real operational tradeoff</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4.4.5.a.3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The Endpoint Audit Kill Chain View</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1. Attacker compromises endpoint (Topics 4.1-4.3 controls have failed)</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2. Attacker acts -- privilege escalation, lateral movement, data access</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3. Local + forwarded logs capture each step (Section 2 event IDs)</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4. Attacker attempts Indicator Removal (T1070) -- clears local logs (generates 1102)</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5. Forwarded copies survive; correlation rules flag both the attack AND the cleanup attempt</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6. Tamper-evident storage (WORM/hash chain) ensures the forwarded copies can't be altered either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4.4   ·   4.4.5.a.4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Exam-Readiness Checklist</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explain why local-only logging is insufficient, and name the 'forward first, delete second' defense?</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name Event IDs 4625, 4624, and 1102 and what each records?</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explain why correlated detection beats single-event alerting, with the brute-force example?</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describe auditd vs. syslog and their respective roles on Linux?</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name WORM storage and cryptographic log chaining, and explain the second-order risk they address?</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sequence Unit 4's four topics into one defense-in-depth narrative?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